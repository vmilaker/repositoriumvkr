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34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041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13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303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46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44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58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116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88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5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73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98ED1-CE45-48CB-9CD1-28C7E47EA805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B9D95-DA08-4351-BCE8-9B55AD63A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99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Скругленный прямоугольник 43"/>
          <p:cNvSpPr/>
          <p:nvPr/>
        </p:nvSpPr>
        <p:spPr>
          <a:xfrm>
            <a:off x="2953966" y="3826140"/>
            <a:ext cx="4505067" cy="9006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AutoShape 2" descr="&lt;svg xmlns=&quot;http://www.w3.org/2000/svg&quot; height=&quot;48px&quot; viewBox=&quot;0 -960 960 960&quot; width=&quot;48px&quot; fill=&quot;#e3e3e3&quot;&gt;&lt;path d=&quot;M320-460h320v-60H320v60Zm0 120h320v-60H320v60Zm0 120h200v-60H320v60ZM220-80q-24 0-42-18t-18-42v-680q0-24 18-42t42-18h361l219 219v521q0 24-18 42t-42 18H220Zm331-554v-186H220v680h520v-494H551ZM220-820v186-186 680-680Z&quot;/&gt;&lt;/svg&gt;"/>
          <p:cNvSpPr>
            <a:spLocks noChangeAspect="1" noChangeArrowheads="1"/>
          </p:cNvSpPr>
          <p:nvPr/>
        </p:nvSpPr>
        <p:spPr bwMode="auto">
          <a:xfrm>
            <a:off x="1741260" y="3658733"/>
            <a:ext cx="419100" cy="4191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936207" y="616518"/>
            <a:ext cx="1502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u="sng" dirty="0" smtClean="0"/>
              <a:t>Input</a:t>
            </a:r>
            <a:endParaRPr lang="ru-RU" sz="3600" b="1" u="sng" dirty="0"/>
          </a:p>
        </p:txBody>
      </p:sp>
      <p:grpSp>
        <p:nvGrpSpPr>
          <p:cNvPr id="9" name="Группа 8"/>
          <p:cNvGrpSpPr/>
          <p:nvPr/>
        </p:nvGrpSpPr>
        <p:grpSpPr>
          <a:xfrm>
            <a:off x="140738" y="2396043"/>
            <a:ext cx="3099254" cy="3099255"/>
            <a:chOff x="874032" y="2928482"/>
            <a:chExt cx="3099254" cy="3099255"/>
          </a:xfrm>
        </p:grpSpPr>
        <p:pic>
          <p:nvPicPr>
            <p:cNvPr id="1030" name="Picture 6" descr="Free Document SVG, PNG Icon, Symbol. Download Image.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032" y="2928482"/>
              <a:ext cx="3099254" cy="30992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1501321" y="3149642"/>
              <a:ext cx="164873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4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GQW</a:t>
              </a:r>
              <a:endParaRPr lang="ru-RU" sz="4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-617425" y="1408374"/>
            <a:ext cx="319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i="1" dirty="0" smtClean="0"/>
              <a:t>Supervisor  :</a:t>
            </a:r>
            <a:endParaRPr lang="ru-RU" dirty="0"/>
          </a:p>
        </p:txBody>
      </p:sp>
      <p:sp>
        <p:nvSpPr>
          <p:cNvPr id="12" name="Плюс 11"/>
          <p:cNvSpPr/>
          <p:nvPr/>
        </p:nvSpPr>
        <p:spPr>
          <a:xfrm>
            <a:off x="1458817" y="1862653"/>
            <a:ext cx="463096" cy="463096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право 12"/>
          <p:cNvSpPr/>
          <p:nvPr/>
        </p:nvSpPr>
        <p:spPr>
          <a:xfrm>
            <a:off x="3290887" y="2563221"/>
            <a:ext cx="3590419" cy="25218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8523060" y="616518"/>
            <a:ext cx="174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u="sng" dirty="0" smtClean="0"/>
              <a:t>Output</a:t>
            </a:r>
            <a:endParaRPr lang="ru-RU" sz="3600" b="1" u="sng" dirty="0"/>
          </a:p>
        </p:txBody>
      </p:sp>
      <p:sp>
        <p:nvSpPr>
          <p:cNvPr id="14" name="TextBox 13"/>
          <p:cNvSpPr txBox="1"/>
          <p:nvPr/>
        </p:nvSpPr>
        <p:spPr>
          <a:xfrm>
            <a:off x="1633366" y="1409066"/>
            <a:ext cx="3469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{ </a:t>
            </a:r>
            <a:r>
              <a:rPr lang="en-AU" dirty="0" smtClean="0"/>
              <a:t>name, place of work, </a:t>
            </a:r>
            <a:r>
              <a:rPr lang="en-AU" dirty="0" smtClean="0"/>
              <a:t>d</a:t>
            </a:r>
            <a:r>
              <a:rPr lang="en-AU" dirty="0" smtClean="0"/>
              <a:t>egree}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7224486" y="1411513"/>
            <a:ext cx="4561114" cy="23331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3611393" y="2101556"/>
            <a:ext cx="326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Regular Expressions</a:t>
            </a:r>
            <a:endParaRPr lang="ru-RU" sz="2400" b="1" dirty="0"/>
          </a:p>
        </p:txBody>
      </p:sp>
      <p:sp>
        <p:nvSpPr>
          <p:cNvPr id="19" name="Плюс 18"/>
          <p:cNvSpPr/>
          <p:nvPr/>
        </p:nvSpPr>
        <p:spPr>
          <a:xfrm>
            <a:off x="8121138" y="3901481"/>
            <a:ext cx="463096" cy="463096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с одним вырезанным углом 17"/>
          <p:cNvSpPr/>
          <p:nvPr/>
        </p:nvSpPr>
        <p:spPr>
          <a:xfrm>
            <a:off x="10109200" y="4521893"/>
            <a:ext cx="1480458" cy="1959429"/>
          </a:xfrm>
          <a:prstGeom prst="snip1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7428423" y="1461877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</a:t>
            </a:r>
            <a:r>
              <a:rPr lang="en-AU" dirty="0" smtClean="0"/>
              <a:t>heme</a:t>
            </a:r>
            <a:endParaRPr lang="ru-RU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224486" y="1858318"/>
            <a:ext cx="4561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28423" y="1858318"/>
            <a:ext cx="319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Supervisor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7428423" y="2227650"/>
            <a:ext cx="3421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Qualification (Bachelor/ Master)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7428423" y="2596982"/>
            <a:ext cx="2699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Annotation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7428424" y="2924460"/>
            <a:ext cx="4344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Link on GQW: </a:t>
            </a:r>
            <a:r>
              <a:rPr lang="en-AU" dirty="0" err="1" smtClean="0"/>
              <a:t>full_version</a:t>
            </a:r>
            <a:r>
              <a:rPr lang="en-AU" dirty="0" smtClean="0"/>
              <a:t>/ </a:t>
            </a:r>
            <a:r>
              <a:rPr lang="en-AU" dirty="0" err="1" smtClean="0"/>
              <a:t>annotation_only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7428423" y="3251938"/>
            <a:ext cx="319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Tags</a:t>
            </a:r>
            <a:endParaRPr lang="ru-RU" dirty="0"/>
          </a:p>
        </p:txBody>
      </p:sp>
      <p:pic>
        <p:nvPicPr>
          <p:cNvPr id="30" name="Picture 2" descr="Gemma 3 model overview | Google AI for Developer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37"/>
          <a:stretch/>
        </p:blipFill>
        <p:spPr bwMode="auto">
          <a:xfrm>
            <a:off x="4936013" y="3833434"/>
            <a:ext cx="1173164" cy="25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Группа 30"/>
          <p:cNvGrpSpPr/>
          <p:nvPr/>
        </p:nvGrpSpPr>
        <p:grpSpPr>
          <a:xfrm>
            <a:off x="7327396" y="4407122"/>
            <a:ext cx="2188972" cy="2188973"/>
            <a:chOff x="874032" y="2928482"/>
            <a:chExt cx="3099254" cy="3099255"/>
          </a:xfrm>
        </p:grpSpPr>
        <p:pic>
          <p:nvPicPr>
            <p:cNvPr id="32" name="Picture 6" descr="Free Document SVG, PNG Icon, Symbol. Download Image.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032" y="2928482"/>
              <a:ext cx="3099254" cy="30992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1501321" y="3149642"/>
              <a:ext cx="1648734" cy="8279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3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GQW</a:t>
              </a:r>
              <a:endParaRPr lang="ru-RU" sz="3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4" name="Плюс 33"/>
          <p:cNvSpPr/>
          <p:nvPr/>
        </p:nvSpPr>
        <p:spPr>
          <a:xfrm>
            <a:off x="10623721" y="3901481"/>
            <a:ext cx="463096" cy="463096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/>
          <p:cNvSpPr txBox="1"/>
          <p:nvPr/>
        </p:nvSpPr>
        <p:spPr>
          <a:xfrm>
            <a:off x="2953966" y="4064285"/>
            <a:ext cx="2699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i="1" dirty="0" smtClean="0"/>
              <a:t>Annotation</a:t>
            </a:r>
            <a:endParaRPr lang="ru-RU" i="1" dirty="0"/>
          </a:p>
        </p:txBody>
      </p:sp>
      <p:sp>
        <p:nvSpPr>
          <p:cNvPr id="41" name="Стрелка вправо 40"/>
          <p:cNvSpPr/>
          <p:nvPr/>
        </p:nvSpPr>
        <p:spPr>
          <a:xfrm>
            <a:off x="4303795" y="4230433"/>
            <a:ext cx="2437600" cy="11318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6741515" y="4083658"/>
            <a:ext cx="7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i="1" dirty="0" smtClean="0"/>
              <a:t>Tags</a:t>
            </a:r>
            <a:endParaRPr lang="ru-RU" sz="2000" i="1" dirty="0"/>
          </a:p>
        </p:txBody>
      </p:sp>
      <p:sp>
        <p:nvSpPr>
          <p:cNvPr id="40" name="TextBox 39"/>
          <p:cNvSpPr txBox="1"/>
          <p:nvPr/>
        </p:nvSpPr>
        <p:spPr>
          <a:xfrm>
            <a:off x="4470093" y="4334696"/>
            <a:ext cx="2084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Keyword extraction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 rot="3141986">
            <a:off x="9762211" y="5067508"/>
            <a:ext cx="20273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/>
              <a:t>Annotation.pdf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986674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39</Words>
  <Application>Microsoft Office PowerPoint</Application>
  <PresentationFormat>Широкоэкранный</PresentationFormat>
  <Paragraphs>17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40</cp:revision>
  <dcterms:created xsi:type="dcterms:W3CDTF">2026-01-25T12:38:06Z</dcterms:created>
  <dcterms:modified xsi:type="dcterms:W3CDTF">2026-01-25T13:14:49Z</dcterms:modified>
</cp:coreProperties>
</file>